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C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— Who Built What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4732020"/>
          </a:xfrm>
          <a:prstGeom prst="rect">
            <a:avLst/>
          </a:prstGeom>
          <a:solidFill>
            <a:srgbClr val="EDE8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75488"/>
            <a:ext cx="530352" cy="530352"/>
          </a:xfrm>
          <a:prstGeom prst="ellipse">
            <a:avLst/>
          </a:prstGeom>
          <a:solidFill>
            <a:srgbClr val="7A5B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4984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042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1865376" cy="164592"/>
          </a:xfrm>
          <a:prstGeom prst="rect">
            <a:avLst/>
          </a:prstGeom>
          <a:solidFill>
            <a:srgbClr val="7A5BAF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" y="126187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A5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148132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</a:t>
            </a:r>
            <a:endParaRPr lang="en-US" sz="55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16093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chunking · Section + footer detection · Corpus structure · Tool schemas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4320" y="2048256"/>
            <a:ext cx="2011680" cy="0"/>
          </a:xfrm>
          <a:prstGeom prst="line">
            <a:avLst/>
          </a:prstGeom>
          <a:noFill/>
          <a:ln w="6350">
            <a:solidFill>
              <a:srgbClr val="D4C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" y="2084832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5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" y="22311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5B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scripts/build_index.py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PDF into chunks for search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" y="27066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5B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data/chunks/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text pieces from the book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31821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5B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app/tools.py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NPV, IRR, loan calc functions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3657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5B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app/agent_tools.py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agent's tool menu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346808" y="457200"/>
            <a:ext cx="0" cy="4315968"/>
          </a:xfrm>
          <a:prstGeom prst="line">
            <a:avLst/>
          </a:prstGeom>
          <a:noFill/>
          <a:ln w="9525">
            <a:solidFill>
              <a:srgbClr val="D4CE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48279" y="475488"/>
            <a:ext cx="530352" cy="530352"/>
          </a:xfrm>
          <a:prstGeom prst="ellipse">
            <a:avLst/>
          </a:prstGeom>
          <a:solidFill>
            <a:srgbClr val="2C7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48279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407615" y="1042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80767" y="1261872"/>
            <a:ext cx="1865376" cy="164592"/>
          </a:xfrm>
          <a:prstGeom prst="rect">
            <a:avLst/>
          </a:prstGeom>
          <a:solidFill>
            <a:srgbClr val="2C7E8E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80767" y="126187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C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Agent Core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2407615" y="148132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</a:t>
            </a:r>
            <a:endParaRPr lang="en-US" sz="550" dirty="0"/>
          </a:p>
        </p:txBody>
      </p:sp>
      <p:sp>
        <p:nvSpPr>
          <p:cNvPr id="25" name="Text 23"/>
          <p:cNvSpPr txBox="1"/>
          <p:nvPr/>
        </p:nvSpPr>
        <p:spPr>
          <a:xfrm>
            <a:off x="2407615" y="16093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BM25+FAISS · RRF merge · ReAct loop · agent_v3 prompt · Router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07615" y="2048256"/>
            <a:ext cx="2011680" cy="0"/>
          </a:xfrm>
          <a:prstGeom prst="line">
            <a:avLst/>
          </a:prstGeom>
          <a:noFill/>
          <a:ln w="6350">
            <a:solidFill>
              <a:srgbClr val="D4CEC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407615" y="2084832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550" dirty="0"/>
          </a:p>
        </p:txBody>
      </p:sp>
      <p:sp>
        <p:nvSpPr>
          <p:cNvPr id="28" name="Text 26"/>
          <p:cNvSpPr txBox="1"/>
          <p:nvPr/>
        </p:nvSpPr>
        <p:spPr>
          <a:xfrm>
            <a:off x="2407615" y="22311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7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app/agent.py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brain, picks tool, loops 5x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2407615" y="27066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7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app/message_tool.py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before sending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2407615" y="31821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7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data/cost_log.json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dollar cost per API call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407615" y="3657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7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scripts/legacy_day1/test_rag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retrieval sanity check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2407615" y="4133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7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scripts/FAILURE_LOG.md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log: what broke &amp; how fixed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480103" y="457200"/>
            <a:ext cx="0" cy="4315968"/>
          </a:xfrm>
          <a:prstGeom prst="line">
            <a:avLst/>
          </a:prstGeom>
          <a:noFill/>
          <a:ln w="9525">
            <a:solidFill>
              <a:srgbClr val="D4CE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1574" y="475488"/>
            <a:ext cx="530352" cy="530352"/>
          </a:xfrm>
          <a:prstGeom prst="ellipse">
            <a:avLst/>
          </a:prstGeom>
          <a:solidFill>
            <a:srgbClr val="B86E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81574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40910" y="1042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4062" y="1261872"/>
            <a:ext cx="1865376" cy="164592"/>
          </a:xfrm>
          <a:prstGeom prst="rect">
            <a:avLst/>
          </a:prstGeom>
          <a:solidFill>
            <a:srgbClr val="B86E2C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14062" y="126187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8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Frontend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4540910" y="148132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</a:t>
            </a:r>
            <a:endParaRPr lang="en-US" sz="550" dirty="0"/>
          </a:p>
        </p:txBody>
      </p:sp>
      <p:sp>
        <p:nvSpPr>
          <p:cNvPr id="40" name="Text 38"/>
          <p:cNvSpPr txBox="1"/>
          <p:nvPr/>
        </p:nvSpPr>
        <p:spPr>
          <a:xfrm>
            <a:off x="4540910" y="16093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Gradio tabs · Citations UI · Step trace · Approve/Reject gate · MCP client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40910" y="2048256"/>
            <a:ext cx="2011680" cy="0"/>
          </a:xfrm>
          <a:prstGeom prst="line">
            <a:avLst/>
          </a:prstGeom>
          <a:noFill/>
          <a:ln w="6350">
            <a:solidFill>
              <a:srgbClr val="D4CEC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40910" y="2084832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550" dirty="0"/>
          </a:p>
        </p:txBody>
      </p:sp>
      <p:sp>
        <p:nvSpPr>
          <p:cNvPr id="43" name="Text 41"/>
          <p:cNvSpPr txBox="1"/>
          <p:nvPr/>
        </p:nvSpPr>
        <p:spPr>
          <a:xfrm>
            <a:off x="4540910" y="22311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86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app/app.py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Gradio tabs in one file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4540910" y="27066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86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scripts/mcp_server.py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agent to external clients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4540910" y="31821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86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data/agent_traces.jsonl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agent action log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4540910" y="3657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86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data/sent_messages.jsonl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of approved sent messages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4540910" y="4133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86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tests/test_offline.py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tests, no API key needed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613398" y="457200"/>
            <a:ext cx="0" cy="4315968"/>
          </a:xfrm>
          <a:prstGeom prst="line">
            <a:avLst/>
          </a:prstGeom>
          <a:noFill/>
          <a:ln w="9525">
            <a:solidFill>
              <a:srgbClr val="D4CE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14870" y="475488"/>
            <a:ext cx="530352" cy="530352"/>
          </a:xfrm>
          <a:prstGeom prst="ellipse">
            <a:avLst/>
          </a:prstGeom>
          <a:solidFill>
            <a:srgbClr val="3A7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14870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674206" y="1042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47358" y="1261872"/>
            <a:ext cx="1865376" cy="164592"/>
          </a:xfrm>
          <a:prstGeom prst="rect">
            <a:avLst/>
          </a:prstGeom>
          <a:solidFill>
            <a:srgbClr val="3A7D6B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747358" y="126187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+ Eval</a:t>
            </a:r>
            <a:endParaRPr lang="en-US" sz="650" dirty="0"/>
          </a:p>
        </p:txBody>
      </p:sp>
      <p:sp>
        <p:nvSpPr>
          <p:cNvPr id="54" name="Text 52"/>
          <p:cNvSpPr txBox="1"/>
          <p:nvPr/>
        </p:nvSpPr>
        <p:spPr>
          <a:xfrm>
            <a:off x="6674206" y="148132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</a:t>
            </a:r>
            <a:endParaRPr lang="en-US" sz="550" dirty="0"/>
          </a:p>
        </p:txBody>
      </p:sp>
      <p:sp>
        <p:nvSpPr>
          <p:cNvPr id="55" name="Text 53"/>
          <p:cNvSpPr txBox="1"/>
          <p:nvPr/>
        </p:nvSpPr>
        <p:spPr>
          <a:xfrm>
            <a:off x="6674206" y="16093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· Cross-encoder reranking · Ablation · Eval suite · 3 new tools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674206" y="2048256"/>
            <a:ext cx="2011680" cy="0"/>
          </a:xfrm>
          <a:prstGeom prst="line">
            <a:avLst/>
          </a:prstGeom>
          <a:noFill/>
          <a:ln w="6350">
            <a:solidFill>
              <a:srgbClr val="D4CEC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674206" y="2084832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550" dirty="0"/>
          </a:p>
        </p:txBody>
      </p:sp>
      <p:sp>
        <p:nvSpPr>
          <p:cNvPr id="58" name="Text 56"/>
          <p:cNvSpPr txBox="1"/>
          <p:nvPr/>
        </p:nvSpPr>
        <p:spPr>
          <a:xfrm>
            <a:off x="6674206" y="22311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7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scripts/ablation.py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each feature's impact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6674206" y="27066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7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scripts/threshold_sweep.py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refusal cutoff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6674206" y="31821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7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scripts/agent_eval.py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agent on all test questions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6674206" y="3657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7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scripts/compare_runs.py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regressions between runs</a:t>
            </a:r>
            <a:endParaRPr lang="en-US" sz="700" dirty="0"/>
          </a:p>
        </p:txBody>
      </p:sp>
      <p:sp>
        <p:nvSpPr>
          <p:cNvPr id="62" name="Text 60"/>
          <p:cNvSpPr txBox="1"/>
          <p:nvPr/>
        </p:nvSpPr>
        <p:spPr>
          <a:xfrm>
            <a:off x="6674206" y="4133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7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scripts/injection_test.py
</a:t>
            </a:r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prompt injection hardening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D6EE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28600" y="4782312"/>
            <a:ext cx="86868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data/questions.json  ·  README (AGENT_INJECTION / AGENT_EVAL / AGENT_VS_RAG)  ·  scripts/AGENT_FAILURE_LOG.md  ·  scripts/agent_injection_test.py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2026-10-02T11:47:15Z</dcterms:created>
  <dcterms:modified xsi:type="dcterms:W3CDTF">2026-10-02T11:47:15Z</dcterms:modified>
</cp:coreProperties>
</file>